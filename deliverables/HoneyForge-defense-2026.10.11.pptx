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168fe7bcc34e51" /><Relationship Type="http://schemas.openxmlformats.org/officeDocument/2006/relationships/extended-properties" Target="/docProps/app.xml" Id="R805d8365f4ba4feb" /><Relationship Type="http://schemas.openxmlformats.org/officeDocument/2006/relationships/officeDocument" Target="/ppt/presentation.xml" Id="Rad2eb871c398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df9277568f4c14"/>
  </p:sldMasterIdLst>
  <p:notesMasterIdLst>
    <p:notesMasterId xmlns:r="http://schemas.openxmlformats.org/officeDocument/2006/relationships" r:id="Rae3dd279c6574a34"/>
  </p:notesMasterIdLst>
  <p:sldIdLst>
    <p:sldId xmlns:r="http://schemas.openxmlformats.org/officeDocument/2006/relationships" id="256" r:id="Re6d606fb969d4564"/>
    <p:sldId xmlns:r="http://schemas.openxmlformats.org/officeDocument/2006/relationships" id="257" r:id="R5ad97552a450431a"/>
    <p:sldId xmlns:r="http://schemas.openxmlformats.org/officeDocument/2006/relationships" id="258" r:id="R54568996f4ec42ed"/>
    <p:sldId xmlns:r="http://schemas.openxmlformats.org/officeDocument/2006/relationships" id="259" r:id="Rb6eff7438682477f"/>
    <p:sldId xmlns:r="http://schemas.openxmlformats.org/officeDocument/2006/relationships" id="260" r:id="R16b94ce405684e22"/>
    <p:sldId xmlns:r="http://schemas.openxmlformats.org/officeDocument/2006/relationships" id="261" r:id="Re79aaee011a64c59"/>
    <p:sldId xmlns:r="http://schemas.openxmlformats.org/officeDocument/2006/relationships" id="262" r:id="Rf5882c3e5e6a4c13"/>
    <p:sldId xmlns:r="http://schemas.openxmlformats.org/officeDocument/2006/relationships" id="263" r:id="Rdbf4216080664e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fe12ead5f4d85" /><Relationship Type="http://schemas.openxmlformats.org/officeDocument/2006/relationships/slideMaster" Target="/ppt/slideMasters/slideMaster1.xml" Id="Rebdf9277568f4c14" /><Relationship Type="http://schemas.openxmlformats.org/officeDocument/2006/relationships/notesMaster" Target="/ppt/notesMasters/notesMaster1.xml" Id="Rae3dd279c6574a34" /><Relationship Type="http://schemas.openxmlformats.org/officeDocument/2006/relationships/presProps" Target="/ppt/presProps.xml" Id="R1ae964560dd94335" /><Relationship Type="http://schemas.openxmlformats.org/officeDocument/2006/relationships/tableStyles" Target="/ppt/tableStyles.xml" Id="R835573ade72b4da5" /><Relationship Type="http://schemas.openxmlformats.org/officeDocument/2006/relationships/slide" Target="/ppt/slides/slide1.xml" Id="Re6d606fb969d4564" /><Relationship Type="http://schemas.openxmlformats.org/officeDocument/2006/relationships/slide" Target="/ppt/slides/slide2.xml" Id="R5ad97552a450431a" /><Relationship Type="http://schemas.openxmlformats.org/officeDocument/2006/relationships/slide" Target="/ppt/slides/slide3.xml" Id="R54568996f4ec42ed" /><Relationship Type="http://schemas.openxmlformats.org/officeDocument/2006/relationships/slide" Target="/ppt/slides/slide4.xml" Id="Rb6eff7438682477f" /><Relationship Type="http://schemas.openxmlformats.org/officeDocument/2006/relationships/slide" Target="/ppt/slides/slide5.xml" Id="R16b94ce405684e22" /><Relationship Type="http://schemas.openxmlformats.org/officeDocument/2006/relationships/slide" Target="/ppt/slides/slide6.xml" Id="Re79aaee011a64c59" /><Relationship Type="http://schemas.openxmlformats.org/officeDocument/2006/relationships/slide" Target="/ppt/slides/slide7.xml" Id="Rf5882c3e5e6a4c13" /><Relationship Type="http://schemas.openxmlformats.org/officeDocument/2006/relationships/slide" Target="/ppt/slides/slide8.xml" Id="Rdbf4216080664e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a94a6833f242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95ff64cc1f4abe" /><Relationship Type="http://schemas.openxmlformats.org/officeDocument/2006/relationships/notesMaster" Target="/ppt/notesMasters/notesMaster1.xml" Id="R26aea9f47625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79ba1db357429f" /><Relationship Type="http://schemas.openxmlformats.org/officeDocument/2006/relationships/notesMaster" Target="/ppt/notesMasters/notesMaster1.xml" Id="Rf3a7c07ae3714e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adeaf6d60d4512" /><Relationship Type="http://schemas.openxmlformats.org/officeDocument/2006/relationships/notesMaster" Target="/ppt/notesMasters/notesMaster1.xml" Id="Rffe59dd09c9740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84c738568d4cc8" /><Relationship Type="http://schemas.openxmlformats.org/officeDocument/2006/relationships/notesMaster" Target="/ppt/notesMasters/notesMaster1.xml" Id="Rb7e25ec856174c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41a5f62b184871" /><Relationship Type="http://schemas.openxmlformats.org/officeDocument/2006/relationships/notesMaster" Target="/ppt/notesMasters/notesMaster1.xml" Id="R09d8cedee3454f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909eabb7324e89" /><Relationship Type="http://schemas.openxmlformats.org/officeDocument/2006/relationships/notesMaster" Target="/ppt/notesMasters/notesMaster1.xml" Id="R499d27d7a8644b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c5d87c2c134557" /><Relationship Type="http://schemas.openxmlformats.org/officeDocument/2006/relationships/notesMaster" Target="/ppt/notesMasters/notesMaster1.xml" Id="R46f9fc003b7c44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a31b60fe9546c5" /><Relationship Type="http://schemas.openxmlformats.org/officeDocument/2006/relationships/notesMaster" Target="/ppt/notesMasters/notesMaster1.xml" Id="Ra031827e4fa143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0:00–0:15. Централизованный конструктор реалистичных ловушек. Показываем полный цикл наблюдения и реакции.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0:15–0:35. Настраиваем сервис, баннер, файлы, фиктивные аккаунты и запись. Публикация неизменяема, новый запуск требует явного redeploy. Скриншот конструктора: 53-editor-wide-final.png. Preview подписан локальным и не выдаётся за настоящую атаку.</a:t>
            </a:r>
          </a:p>
          <a:p xmlns:a="http://schemas.openxmlformats.org/drawingml/2006/main">
            <a:r>
              <a:t>Расширение 11 октября: profile v3, 2–8 сервисов, атомарный deploy group, история старых v1/v2 сохранена. Доказательства: docs/evidence/backend/multiservice.json и frontend/MULTISERVICE_STATUS.md.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0:35–1:00. Это редактируемая архитектурная схема, а не рисунок. Доверенный сенсор работает вне приманки. Docker socket и управляющие секреты остаются снаружи. Доказательство: masking.json. Management namespace — логическое разделение в лаборатории, не физический OOB.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1:00–1:35. Показать реальную SSH-сессию на выделенной лабораторной VM, затем живой плеер. Cowrie shell — эмуляция, не High. Скриншот 31-player-output-final.png, реакция подтверждается session-termination.json.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1:35–1:55. SFTP принят реально, файл совпадает по SHA-256. PCAP содержит сетевые bytes, чувствительные structured observations зашифрованы до stdout. Скриншот 37-real-artifacts.png. foundation.json, binary-evidence.json, test_evidence.py.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1:55–2:15. TLS проверяет цепочку и hostname. Неправильный сертификат отклонён. Внутренние agent/docs маршруты недоступны извне. Новый исходящий трафик ловушек заблокирован внешними правилами. Proof: foundation.json / masking.json / certificates.json / client-tls.json. Standard Caddy TLS directives: https://caddyserver.com/docs/caddyfile/directives/tls. Нейтральная служба не гарантирует абсолютную нераспознаваемость.</a:t>
            </a:r>
          </a:p>
          <a:p xmlns:a="http://schemas.openxmlformats.org/drawingml/2006/main">
            <a:r>
              <a:t>MASK5/6/7: jitter/padding и длины TLS проверены живым сенсором, неверный pin проверяется до отправки HTTP. Доказательства: masking-extension.json, pinning-live.json, test_tls_pinning.py. Полная нераспознаваемость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2:15–2:40. Показывать только завершённые proof JSON. sustained load измеряется отдельно, незавершённый или failed run не считается достижением. Browser measurement: DOM/layout viewport, не физическая отрисовка. Sampling and unseen_paths сохраняются явно; p95 относится к показанным строкам, не к гарантии отображения всей истории.</a:t>
            </a:r>
          </a:p>
          <a:p xmlns:a="http://schemas.openxmlformats.org/drawingml/2006/main">
            <a:r>
              <a:t>Нагрузочный прогон относится к ранее проверенному Low/Medium. Geo/ASN: DB-IP original October2026, суммы издателя и локальный lookup, CC BY4: https://db-ip.com/db/lite.php . windows-geo-extension.json: PowerShell7 на macOS с Docker Linux, не native Windows.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2:40–3:00. Cowrie поставляет SSH/SFTP и shell. Наша работа — собственные Low/HTTP сенсоры, immutable versions, remote orchestration, scoped evidence/crypto, durable delivery, реакции и UI. Нейросетей в продукте нет. High работает с настоящей Ubuntu на отдельном Linux-сенсоре через QEMU TCG. KVM рекомендуем и отдельно проверяем на совместимом хосте. Личность по IP и облачный SLA не заявляем. Сторонние компоненты: docs/THIRD_PARTY.json.</a:t>
            </a:r>
          </a:p>
          <a:p xmlns:a="http://schemas.openxmlformats.org/drawingml/2006/main">
            <a:r>
              <a:t>Наш пул создаёт VM на каждый SSH-транспорт и удаляет overlay после закрытия. high-real-os.json: /etc/os-release, ps, root-file reset, egress denied. high-files.json: профиль, file token, SFTP SHA, real output. Первые два сеанса с проверками 98.98/88.79 секунды, TCG ARM64. Основное демо Low/Medium, High открыть заранее. Основание Cowrie proxy: https://docs.cowrie.org/en/stable/PROXY.html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2498be0be43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7f0e29f6448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1cd8851e44f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87eb8a5b74a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b039c15774d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d2064013e4b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CF1939-83AA-4AA5-8A63-867646CF6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4B129A-F705-4864-B70A-399F1DC392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269D2E-0994-4326-B176-C10DEB4F8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694B2E-51C8-428E-BD28-7D1D9B9C0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D913A9-BA4A-495D-8BBC-94A6C9C65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875DBC-C657-4D9E-A48A-C6C7CA2F9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44CA12-6FF8-40A5-AD88-2B8ADD4E4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C86DED-A062-46CD-AD08-EBB289E3E9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799B1C-71F6-44A9-87A6-2CB1F167C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9A40F0-EE31-489D-832F-7D3AA278B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36e5ec3dc34661" /><Relationship Type="http://schemas.openxmlformats.org/officeDocument/2006/relationships/slideLayout" Target="/ppt/slideLayouts/slideLayout1.xml" Id="Rb317bcb357aa4f73" /><Relationship Type="http://schemas.openxmlformats.org/officeDocument/2006/relationships/slideLayout" Target="/ppt/slideLayouts/slideLayout2.xml" Id="R7710380a3c4e4643" /><Relationship Type="http://schemas.openxmlformats.org/officeDocument/2006/relationships/slideLayout" Target="/ppt/slideLayouts/slideLayout3.xml" Id="Rd45358aa3ef74693" /><Relationship Type="http://schemas.openxmlformats.org/officeDocument/2006/relationships/slideLayout" Target="/ppt/slideLayouts/slideLayout4.xml" Id="Rbde8e0bda9494c87" /><Relationship Type="http://schemas.openxmlformats.org/officeDocument/2006/relationships/slideLayout" Target="/ppt/slideLayouts/slideLayout5.xml" Id="R0cec55f506014dd9" /><Relationship Type="http://schemas.openxmlformats.org/officeDocument/2006/relationships/slideLayout" Target="/ppt/slideLayouts/slideLayout6.xml" Id="R948d8f0b80784d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7bcb357aa4f73"/>
    <p:sldLayoutId xmlns:r="http://schemas.openxmlformats.org/officeDocument/2006/relationships" id="2147483650" r:id="R7710380a3c4e4643"/>
    <p:sldLayoutId xmlns:r="http://schemas.openxmlformats.org/officeDocument/2006/relationships" id="2147483651" r:id="Rd45358aa3ef74693"/>
    <p:sldLayoutId xmlns:r="http://schemas.openxmlformats.org/officeDocument/2006/relationships" id="2147483652" r:id="Rbde8e0bda9494c87"/>
    <p:sldLayoutId xmlns:r="http://schemas.openxmlformats.org/officeDocument/2006/relationships" id="2147483653" r:id="R0cec55f506014dd9"/>
    <p:sldLayoutId xmlns:r="http://schemas.openxmlformats.org/officeDocument/2006/relationships" id="2147483654" r:id="R948d8f0b80784d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1dd6d20bb34a08" /><Relationship Type="http://schemas.openxmlformats.org/officeDocument/2006/relationships/notesSlide" Target="/ppt/notesSlides/notesSlide1.xml" Id="Rfb42347251e24c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3622a48ff342c1" /><Relationship Type="http://schemas.openxmlformats.org/officeDocument/2006/relationships/image" Target="/ppt/media/image.png" Id="R1c78c67f8e9a4923" /><Relationship Type="http://schemas.openxmlformats.org/officeDocument/2006/relationships/notesSlide" Target="/ppt/notesSlides/notesSlide2.xml" Id="R8a9de0f7fb7744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92361f4064fdc" /><Relationship Type="http://schemas.openxmlformats.org/officeDocument/2006/relationships/notesSlide" Target="/ppt/notesSlides/notesSlide3.xml" Id="R0f98d6ad7af748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a9f81b07d4d2e" /><Relationship Type="http://schemas.openxmlformats.org/officeDocument/2006/relationships/image" Target="/ppt/media/image.jpeg" Id="R5a141ead3afe4935" /><Relationship Type="http://schemas.openxmlformats.org/officeDocument/2006/relationships/notesSlide" Target="/ppt/notesSlides/notesSlide4.xml" Id="Rebd35dee18c74a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1b530adcb4735" /><Relationship Type="http://schemas.openxmlformats.org/officeDocument/2006/relationships/image" Target="/ppt/media/image2.jpeg" Id="Ra76d80ee35b549e6" /><Relationship Type="http://schemas.openxmlformats.org/officeDocument/2006/relationships/notesSlide" Target="/ppt/notesSlides/notesSlide5.xml" Id="R6e0cd08a16764b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3728b133a4ff8" /><Relationship Type="http://schemas.openxmlformats.org/officeDocument/2006/relationships/notesSlide" Target="/ppt/notesSlides/notesSlide6.xml" Id="R050c8e77a0e840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cb94dda9445c5" /><Relationship Type="http://schemas.openxmlformats.org/officeDocument/2006/relationships/notesSlide" Target="/ppt/notesSlides/notesSlide7.xml" Id="R52d090ae678c49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f1a4832f44da2" /><Relationship Type="http://schemas.openxmlformats.org/officeDocument/2006/relationships/notesSlide" Target="/ppt/notesSlides/notesSlide8.xml" Id="R641ed9083bc545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5F2F4-6984-4370-9044-4CA9DA4A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HoneyForge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AD886-89E9-45AF-B822-FBDCE078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Ловушки, которые оставляют</a:t>
            </a:r>
          </a:p>
          <a:p xmlns:a="http://schemas.openxmlformats.org/drawingml/2006/main">
            <a:pPr>
              <a:buNone/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проверяемые доказательства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36BD-2B3E-4F36-B3F7-B42F55A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Low, Medium и High. Удалённые сенсоры. Живое расследование.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432EB-C5AB-41F1-A8C3-F52A60BD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Мадригал · демонстрация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764170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A5D5D-8634-4CA3-BCC6-B3CE9AE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Одна версия управляет всей приманкой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10DD7-B258-492A-B8FA-9E8561C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Профиль 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45609-7DD5-4E22-9B59-7FFA708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2–8 сервисов и портов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Low, Medium и High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Общие Stop / Redeploy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Неизменяемые версии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Архив сохраняет историю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E47B9-8797-4623-94C6-EF45F1953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8c67f8e9a4923"/>
          <a:stretch xmlns:a="http://schemas.openxmlformats.org/drawingml/2006/main"/>
        </p:blipFill>
        <p:spPr>
          <a:xfrm xmlns:a="http://schemas.openxmlformats.org/drawingml/2006/main">
            <a:off x="4797425" y="1714500"/>
            <a:ext cx="65024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68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BC85-B48F-4AD0-A450-8BEC43A2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Три контура доверия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9A0AD-BA01-4C5D-A414-578A0BC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Приманка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4753D-E392-41E5-94BD-5B912B15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TCP / HTTP / Cowrie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Публичный ключ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Фиктивные учётки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23D64-8B97-4AB4-B5A5-CCBE77F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Сенсор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DD220-8B13-412D-B8C4-7FF623B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asset-sync / systemd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Приватный outbox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Docker и firewall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7F816-05AF-4C10-A4D8-C920F72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587D2-6A62-4963-B11D-464C282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Gateway / FastAPI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PostgreSQL и evidence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Приватный RSA ключ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D1509-AA9D-45C2-8917-D23ADBF6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C4D50-F49F-495E-AACE-B746CA6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8154E-27AD-4096-B398-975B54E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Журналы и bytes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58EA8-AB82-48A1-9192-644FD48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HTTPS / mTLS / client 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6FBDD-FEDB-4416-A6E0-9C9EA98B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SSE в интерфейс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D7592-8589-4A66-A034-02578C07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Агент получает задания и отправляет наблюдения через /assets/sync/v1.</a:t>
            </a:r>
          </a:p>
        </p:txBody>
      </p:sp>
    </p:spTree>
    <p:extLst>
      <p:ext uri="{BB962C8B-B14F-4D97-AF65-F5344CB8AC3E}">
        <p14:creationId xmlns:p14="http://schemas.microsoft.com/office/powerpoint/2010/main" val="1656741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F6E55-1897-438F-A0E4-987255B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Атака видна по мере ввода команд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11E65-D6A2-40F8-B566-1D7245E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Живой плеер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2B02A-107F-45A7-8C36-A8CC3376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Команды и вывод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Источник и время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Сессия и generation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История при reconnect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Реакция после ACK агента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3CD3F-FE16-4644-A860-B32F1D4E68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41ead3afe4935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39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2885C-E4F7-4282-9F54-D3C395F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Доказательство сохраняет происхождение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BFC83-B188-4D41-917B-50EBC990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Файл, событие, сессия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F47B5-78C6-4F69-9253-9FFA6AC3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SHA-256 и размер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Возобновляемая доставка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Отдельный доступ и аудит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Закрепление за делом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Управляемый retention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B0925-58F3-4175-A36D-67E4438C78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d80ee35b549e6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6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DFD59-9DAA-4F13-B5AF-C1BAED3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Управляющий канал скрыт от приманки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818A5-9E62-41E4-BEF5-35999E6A22B1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619625"/>
                <a:gridCol w="44005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Контроль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Реализация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Канал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HTTPS, CA, hostname и SPKI pin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Неверный pin блокирует HTTP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Маршрут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/assets/sync/v1, static root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/agent и docs закрыты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Сеть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Management route вне контейнеров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Host / neighbor / Internet запрещены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Секреты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AES-GCM и RSA-OAEP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пароля в outbox и stdout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Сенсоры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Индивидуальная mTLS identity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Ротация + реальные 300 секунд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79208-1880-460F-AE67-6F315E6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Beacon меняет интервал и размер. Гипервизор входит в доверенную среду.</a:t>
            </a:r>
          </a:p>
        </p:txBody>
      </p:sp>
    </p:spTree>
    <p:extLst>
      <p:ext uri="{BB962C8B-B14F-4D97-AF65-F5344CB8AC3E}">
        <p14:creationId xmlns:p14="http://schemas.microsoft.com/office/powerpoint/2010/main" val="572644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3CE20-A18C-4259-A0DC-042237A3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Проверки можно повторить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017A6-3658-4BE6-8B21-1C942C1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2 сенсора / 10 ловушек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33D4-719D-4FCE-9963-BFDBC5F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66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60 секунд потери связи и восстановление очереди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Реальный SFTP и совпадающий hash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Независимый restore БД, файлов, ключей и Geo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Четыре роли и 390 / 1280 px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City / ASN из оригинальных DB-IP 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F5BFB-73C9-4933-896F-1A23C90C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Прогон Low / Medium: 9000 HTTP-запросов за 900 секунд, 8 SSH-сессий.</a:t>
            </a:r>
          </a:p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p95 видимой строки: 1.401 с / 8078 замеров. High измеряется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476308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B9870-106F-45E7-8786-E387D82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Собственная инженерная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05B95-9CFD-4F96-AE61-59AF01FD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347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Собственные TCP и HTTP сенсоры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Версии, задания, reconcile и durable outbox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Scope доказательств, шифрование и retention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Плеер, расследования и подтверждённая реакция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Honeytokens, STIX и индивидуальная mTLS-ротация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High: отдельная Ubuntu и новый диск на каждый вход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9FBA-ADED-46B6-A130-35E6CD55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Работает без нейросетей и платных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B195A-F4B8-4FA0-8165-C59BB5F6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High: реальная ОС, сброс и SFTP проверены на TCG. KVM и внешний SLA требуют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850819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2026-10-11T00:19:32.2340000Z</dcterms:created>
  <dcterms:modified xsi:type="dcterms:W3CDTF">2026-10-11T00:19:32.2340000Z</dcterms:modified>
</coreProperties>
</file>