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4f977efe93420b" /><Relationship Type="http://schemas.openxmlformats.org/officeDocument/2006/relationships/extended-properties" Target="/docProps/app.xml" Id="R2dead51dea624aa9" /><Relationship Type="http://schemas.openxmlformats.org/officeDocument/2006/relationships/officeDocument" Target="/ppt/presentation.xml" Id="Rae19520d010d4a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6bbbab95544914"/>
  </p:sldMasterIdLst>
  <p:notesMasterIdLst>
    <p:notesMasterId xmlns:r="http://schemas.openxmlformats.org/officeDocument/2006/relationships" r:id="Rc9bef0a2817940e1"/>
  </p:notesMasterIdLst>
  <p:sldIdLst>
    <p:sldId xmlns:r="http://schemas.openxmlformats.org/officeDocument/2006/relationships" id="256" r:id="R814ee04963d1491a"/>
    <p:sldId xmlns:r="http://schemas.openxmlformats.org/officeDocument/2006/relationships" id="257" r:id="R464df9da98c74f63"/>
    <p:sldId xmlns:r="http://schemas.openxmlformats.org/officeDocument/2006/relationships" id="258" r:id="Rf9503d9eb4334a08"/>
    <p:sldId xmlns:r="http://schemas.openxmlformats.org/officeDocument/2006/relationships" id="259" r:id="R301a06c0ce09459a"/>
    <p:sldId xmlns:r="http://schemas.openxmlformats.org/officeDocument/2006/relationships" id="260" r:id="R88414fcd282c4029"/>
    <p:sldId xmlns:r="http://schemas.openxmlformats.org/officeDocument/2006/relationships" id="261" r:id="R50e9b3879995454e"/>
    <p:sldId xmlns:r="http://schemas.openxmlformats.org/officeDocument/2006/relationships" id="262" r:id="R471a8fcf843f4f30"/>
    <p:sldId xmlns:r="http://schemas.openxmlformats.org/officeDocument/2006/relationships" id="263" r:id="R97c0a5b2f7a140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727fb66fc24087" /><Relationship Type="http://schemas.openxmlformats.org/officeDocument/2006/relationships/slideMaster" Target="/ppt/slideMasters/slideMaster1.xml" Id="R656bbbab95544914" /><Relationship Type="http://schemas.openxmlformats.org/officeDocument/2006/relationships/notesMaster" Target="/ppt/notesMasters/notesMaster1.xml" Id="Rc9bef0a2817940e1" /><Relationship Type="http://schemas.openxmlformats.org/officeDocument/2006/relationships/presProps" Target="/ppt/presProps.xml" Id="R06f6ffd7ce5446c9" /><Relationship Type="http://schemas.openxmlformats.org/officeDocument/2006/relationships/tableStyles" Target="/ppt/tableStyles.xml" Id="Ra81603be8f9e4dfb" /><Relationship Type="http://schemas.openxmlformats.org/officeDocument/2006/relationships/slide" Target="/ppt/slides/slide1.xml" Id="R814ee04963d1491a" /><Relationship Type="http://schemas.openxmlformats.org/officeDocument/2006/relationships/slide" Target="/ppt/slides/slide2.xml" Id="R464df9da98c74f63" /><Relationship Type="http://schemas.openxmlformats.org/officeDocument/2006/relationships/slide" Target="/ppt/slides/slide3.xml" Id="Rf9503d9eb4334a08" /><Relationship Type="http://schemas.openxmlformats.org/officeDocument/2006/relationships/slide" Target="/ppt/slides/slide4.xml" Id="R301a06c0ce09459a" /><Relationship Type="http://schemas.openxmlformats.org/officeDocument/2006/relationships/slide" Target="/ppt/slides/slide5.xml" Id="R88414fcd282c4029" /><Relationship Type="http://schemas.openxmlformats.org/officeDocument/2006/relationships/slide" Target="/ppt/slides/slide6.xml" Id="R50e9b3879995454e" /><Relationship Type="http://schemas.openxmlformats.org/officeDocument/2006/relationships/slide" Target="/ppt/slides/slide7.xml" Id="R471a8fcf843f4f30" /><Relationship Type="http://schemas.openxmlformats.org/officeDocument/2006/relationships/slide" Target="/ppt/slides/slide8.xml" Id="R97c0a5b2f7a1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f8bcf495f84c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c32a3cf88f4921" /><Relationship Type="http://schemas.openxmlformats.org/officeDocument/2006/relationships/notesMaster" Target="/ppt/notesMasters/notesMaster1.xml" Id="Rb0cf3e28693944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2e2dd609b48aa" /><Relationship Type="http://schemas.openxmlformats.org/officeDocument/2006/relationships/notesMaster" Target="/ppt/notesMasters/notesMaster1.xml" Id="R3793015d544947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61190ac4b84ad8" /><Relationship Type="http://schemas.openxmlformats.org/officeDocument/2006/relationships/notesMaster" Target="/ppt/notesMasters/notesMaster1.xml" Id="R0d23f0f033f449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4e9b49cf24498" /><Relationship Type="http://schemas.openxmlformats.org/officeDocument/2006/relationships/notesMaster" Target="/ppt/notesMasters/notesMaster1.xml" Id="R91038ac6cb6648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2c646deabc43d8" /><Relationship Type="http://schemas.openxmlformats.org/officeDocument/2006/relationships/notesMaster" Target="/ppt/notesMasters/notesMaster1.xml" Id="R5274ed0facf248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96912ccbb243b5" /><Relationship Type="http://schemas.openxmlformats.org/officeDocument/2006/relationships/notesMaster" Target="/ppt/notesMasters/notesMaster1.xml" Id="R335ec1bb42f14a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fe614f2e2149ff" /><Relationship Type="http://schemas.openxmlformats.org/officeDocument/2006/relationships/notesMaster" Target="/ppt/notesMasters/notesMaster1.xml" Id="R4c6adefbee4a47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ac398672454876" /><Relationship Type="http://schemas.openxmlformats.org/officeDocument/2006/relationships/notesMaster" Target="/ppt/notesMasters/notesMaster1.xml" Id="R750ca293336e42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0:00–0:15. Централизованный конструктор реалистичных ловушек. Показываем полный цикл наблюдения и реакции.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0:15–0:35. Настраиваем сервис, баннер, файлы, фиктивные аккаунты и запись. Публикация неизменяема, новый запуск требует явного redeploy. Скриншот конструктора: 53-editor-wide-final.png. Preview подписан локальным и не выдаётся за настоящую атаку.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0:35–1:00. Это редактируемая архитектурная схема, а не рисунок. Доверенный сенсор работает вне приманки. Docker socket и управляющие секреты остаются снаружи. Доказательство: masking.json. Management namespace — логическое разделение в лаборатории, не физический OOB.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1:00–1:35. Показать реальную SSH-сессию на выделенной лабораторной VM, затем живой плеер. Cowrie shell — эмуляция, не High. Скриншот 31-player-output-final.png, реакция подтверждается session-termination.json.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1:35–1:55. SFTP принят реально, файл совпадает по SHA-256. PCAP содержит сетевые bytes, чувствительные structured observations зашифрованы до stdout. Скриншот 37-real-artifacts.png. foundation.json, binary-evidence.json, test_evidence.py.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1:55–2:15. TLS проверяет цепочку и hostname. Неправильный сертификат отклонён. Внутренние agent/docs маршруты недоступны извне. Новый исходящий трафик ловушек заблокирован внешними правилами. Proof: foundation.json / masking.json / certificates.json / client-tls.json. Standard Caddy TLS directives: https://caddyserver.com/docs/caddyfile/directives/tls. Нейтральная служба не гарантирует абсолютную нераспознаваемость.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2:15–2:40. Показывать только завершённые proof JSON. sustained load измеряется отдельно, незавершённый или failed run не считается достижением. Browser measurement: DOM/layout viewport, не физическая отрисовка. Sampling and unseen_paths сохраняются явно; p95 относится к показанным строкам, не к гарантии отображения всей истории.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2:40–3:00. Cowrie поставляет SSH/SFTP и shell. Наша работа — собственные Low/HTTP сенсоры, immutable versions, remote orchestration, scoped evidence/crypto, durable delivery, реакции и UI. Нейросетей в продукте нет. High требует отдельного KVM-хоста. Личность по IP и облачный SLA не заявляем. Сторонние компоненты: docs/THIRD_PARTY.json.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e8e12e1384c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f4fcfebe348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8066ee1e945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38e8a657247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adbfa5c004f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296b415e44a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F1939-83AA-4AA5-8A63-867646CF6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4B129A-F705-4864-B70A-399F1DC392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269D2E-0994-4326-B176-C10DEB4F8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694B2E-51C8-428E-BD28-7D1D9B9C0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D913A9-BA4A-495D-8BBC-94A6C9C65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875DBC-C657-4D9E-A48A-C6C7CA2F9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44CA12-6FF8-40A5-AD88-2B8ADD4E4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C86DED-A062-46CD-AD08-EBB289E3E9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799B1C-71F6-44A9-87A6-2CB1F167C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9A40F0-EE31-489D-832F-7D3AA278B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90b4cb79284d8f" /><Relationship Type="http://schemas.openxmlformats.org/officeDocument/2006/relationships/slideLayout" Target="/ppt/slideLayouts/slideLayout1.xml" Id="R50a05d70b69a4d56" /><Relationship Type="http://schemas.openxmlformats.org/officeDocument/2006/relationships/slideLayout" Target="/ppt/slideLayouts/slideLayout2.xml" Id="R29776ea3b76b41ab" /><Relationship Type="http://schemas.openxmlformats.org/officeDocument/2006/relationships/slideLayout" Target="/ppt/slideLayouts/slideLayout3.xml" Id="Rc7953bfd166f46eb" /><Relationship Type="http://schemas.openxmlformats.org/officeDocument/2006/relationships/slideLayout" Target="/ppt/slideLayouts/slideLayout4.xml" Id="Red280e48507e4505" /><Relationship Type="http://schemas.openxmlformats.org/officeDocument/2006/relationships/slideLayout" Target="/ppt/slideLayouts/slideLayout5.xml" Id="R5ee6abf6289f4323" /><Relationship Type="http://schemas.openxmlformats.org/officeDocument/2006/relationships/slideLayout" Target="/ppt/slideLayouts/slideLayout6.xml" Id="R10108f293bd8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a05d70b69a4d56"/>
    <p:sldLayoutId xmlns:r="http://schemas.openxmlformats.org/officeDocument/2006/relationships" id="2147483650" r:id="R29776ea3b76b41ab"/>
    <p:sldLayoutId xmlns:r="http://schemas.openxmlformats.org/officeDocument/2006/relationships" id="2147483651" r:id="Rc7953bfd166f46eb"/>
    <p:sldLayoutId xmlns:r="http://schemas.openxmlformats.org/officeDocument/2006/relationships" id="2147483652" r:id="Red280e48507e4505"/>
    <p:sldLayoutId xmlns:r="http://schemas.openxmlformats.org/officeDocument/2006/relationships" id="2147483653" r:id="R5ee6abf6289f4323"/>
    <p:sldLayoutId xmlns:r="http://schemas.openxmlformats.org/officeDocument/2006/relationships" id="2147483654" r:id="R10108f293bd8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39c578d314199" /><Relationship Type="http://schemas.openxmlformats.org/officeDocument/2006/relationships/notesSlide" Target="/ppt/notesSlides/notesSlide1.xml" Id="Rcf60171385f940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6c06bafbf4cbc" /><Relationship Type="http://schemas.openxmlformats.org/officeDocument/2006/relationships/image" Target="/ppt/media/image.png" Id="R29d63320ce0749a7" /><Relationship Type="http://schemas.openxmlformats.org/officeDocument/2006/relationships/notesSlide" Target="/ppt/notesSlides/notesSlide2.xml" Id="Raa5c453ad00c4d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72c8a9aca428a" /><Relationship Type="http://schemas.openxmlformats.org/officeDocument/2006/relationships/notesSlide" Target="/ppt/notesSlides/notesSlide3.xml" Id="Rba7ef639583147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7f4c0ba014444" /><Relationship Type="http://schemas.openxmlformats.org/officeDocument/2006/relationships/image" Target="/ppt/media/image.jpeg" Id="R53af20efbb1a4f9d" /><Relationship Type="http://schemas.openxmlformats.org/officeDocument/2006/relationships/notesSlide" Target="/ppt/notesSlides/notesSlide4.xml" Id="Rb44ffc53a8b045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f1acf650846f6" /><Relationship Type="http://schemas.openxmlformats.org/officeDocument/2006/relationships/image" Target="/ppt/media/image2.jpeg" Id="R72eff2f765d24c02" /><Relationship Type="http://schemas.openxmlformats.org/officeDocument/2006/relationships/notesSlide" Target="/ppt/notesSlides/notesSlide5.xml" Id="R48dbfb9e45034e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fd75f45814b3e" /><Relationship Type="http://schemas.openxmlformats.org/officeDocument/2006/relationships/notesSlide" Target="/ppt/notesSlides/notesSlide6.xml" Id="R1fb3d4c5120341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ad6bdf5b7498d" /><Relationship Type="http://schemas.openxmlformats.org/officeDocument/2006/relationships/notesSlide" Target="/ppt/notesSlides/notesSlide7.xml" Id="R6a55aab3755147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d8e1b376f4f3b" /><Relationship Type="http://schemas.openxmlformats.org/officeDocument/2006/relationships/notesSlide" Target="/ppt/notesSlides/notesSlide8.xml" Id="Ra4119e42e76745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5F2F4-6984-4370-9044-4CA9DA4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HoneyForge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AD886-89E9-45AF-B822-FBDCE078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Ловушки, которые оставляют</a:t>
            </a:r>
          </a:p>
          <a:p xmlns:a="http://schemas.openxmlformats.org/drawingml/2006/main">
            <a:pPr>
              <a:buNone/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проверяемые доказательства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36BD-2B3E-4F36-B3F7-B42F55A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Low TCP и Medium SSH/HTTP. Живой показ на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432EB-C5AB-41F1-A8C3-F52A60BD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Локальная демонстрация · 16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764170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A5D5D-8634-4CA3-BCC6-B3CE9AE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Три ловушки на отдельном сенсоре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10DD7-B258-492A-B8FA-9E8561C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Windows-стенд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5609-7DD5-4E22-9B59-7FFA708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TCP: баннер и контакт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Medium HTTP: запрос и страница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Medium SSH: команды в Cowrie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Ubuntu VM 192.168.56.102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пример конструктора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D2DAF-4753-4DE3-99BC-6729B6AD0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63320ce0749a7"/>
          <a:stretch xmlns:a="http://schemas.openxmlformats.org/drawingml/2006/main"/>
        </p:blipFill>
        <p:spPr>
          <a:xfrm xmlns:a="http://schemas.openxmlformats.org/drawingml/2006/main">
            <a:off x="4797425" y="1714500"/>
            <a:ext cx="65024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68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BC85-B48F-4AD0-A450-8BEC43A2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Центр, сенсор и приманки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9A0AD-BA01-4C5D-A414-578A0BC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Приманка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4753D-E392-41E5-94BD-5B912B15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TCP / HTTP / Cowrie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Учебные данные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Без доступа к ОС сенсора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3D64-8B97-4AB4-B5A5-CCBE77F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Сенсор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DD220-8B13-412D-B8C4-7FF623B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Ubuntu VM / asset-sync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Локальная очередь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Контейнеры приманок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7F816-05AF-4C10-A4D8-C920F72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587D2-6A62-4963-B11D-464C282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Windows / Docker Desktop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FastAPI / PostgreSQL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Панель расследования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D1509-AA9D-45C2-8917-D23ADBF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4D50-F49F-495E-AACE-B746CA6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8154E-27AD-4096-B398-975B54E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Журналы и bytes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58EA8-AB82-48A1-9192-644FD48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HTTPS / mTLS / client 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6FBDD-FEDB-4416-A6E0-9C9EA98B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SSE в интерфейс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D7592-8589-4A66-A034-02578C07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Сенсор передаёт события в центр; оператор видит подтверждённое состояние.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1656741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F6E55-1897-438F-A0E4-987255B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От подключения до новой сессии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1E65-D6A2-40F8-B566-1D7245E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Живой маршрут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2B02A-107F-45A7-8C36-A8CC3376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TCP-баннер на :2223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HTTP-страница на :18080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SSH-команды на :2222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Новые события в панели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пример плеера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328B7-8934-416A-AE58-802D301B5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f20efbb1a4f9d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39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2885C-E4F7-4282-9F54-D3C395F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Наблюдения связаны с запуском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BFC83-B188-4D41-917B-50EBC99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Событие и сессия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F47B5-78C6-4F69-9253-9FFA6AC3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Время и сетевой источник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Конкретная ловушка и версия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Поколение запуска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Команды и вывод SSH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прежний стенд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A9926-8F8D-47C5-85DC-B9EFBED465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ff2f765d24c02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6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DFD59-9DAA-4F13-B5AF-C1BAED3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Управление отделено от приманки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1FE93-F845-46CB-A284-2EC6C75EFA85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619625"/>
                <a:gridCol w="44005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Контроль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Реализация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Канал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HTTPS, CA и имя сервера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Неверный CA отклоняется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Маршрут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/assets/sync/v1, static root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/agent и docs закрыты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Сеть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Management route вне контейнеров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Host / neighbor / Internet запрещены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Секреты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AES-GCM и RSA-OAEP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пароля в outbox и stdout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Сенсоры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Индивидуальная mTLS identity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Ротация + реальные 300 секунд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79208-1880-460F-AE67-6F315E6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Агент работает вне контейнеров приманок. Канал управления защищён; захват сенсора вне модели доверия.</a:t>
            </a:r>
          </a:p>
        </p:txBody>
      </p:sp>
    </p:spTree>
    <p:extLst>
      <p:ext uri="{BB962C8B-B14F-4D97-AF65-F5344CB8AC3E}">
        <p14:creationId xmlns:p14="http://schemas.microsoft.com/office/powerpoint/2010/main" val="572644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3CE20-A18C-4259-A0DC-042237A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Статус Windows-демонстрации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017A6-3658-4BE6-8B21-1C942C1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Windows + Ubuntu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33D4-719D-4FCE-9963-BFDBC5F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66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Три подготовленных типа: Low TCP, Medium SSH, Medium HTTP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После удаления High повторная проверка идёт отдельно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Перед защитой нужен свежий heartbeat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И полный отклик с новыми событиями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F5BFB-73C9-4933-896F-1A23C90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9000 HTTP-запросов и 8 SSH-сессий относятся к прежнему Low/Medium-прогону, а не к Windows-замеру.</a:t>
            </a:r>
          </a:p>
        </p:txBody>
      </p:sp>
    </p:spTree>
    <p:extLst>
      <p:ext uri="{BB962C8B-B14F-4D97-AF65-F5344CB8AC3E}">
        <p14:creationId xmlns:p14="http://schemas.microsoft.com/office/powerpoint/2010/main" val="476308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B9870-106F-45E7-8786-E387D82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Собственный вклад и граница демо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05B95-9CFD-4F96-AE61-59AF01F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347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Управление профилями и развёртываниями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Собственные TCP и HTTP сенсоры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Доставка, хранение и интерфейс разбора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Реакция с подтверждением сенсора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Cowrie обеспечивает SSH-эмуляцию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9FBA-ADED-46B6-A130-35E6CD55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Проект работает без нейросетей.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B195A-F4B8-4FA0-8165-C59BB5F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High есть в исходниках; локальная ловушка и история удалены. Полный High-сеанс здесь не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85081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2026-10-16T06:28:04.5780000Z</dcterms:created>
  <dcterms:modified xsi:type="dcterms:W3CDTF">2026-10-16T06:28:04.5780000Z</dcterms:modified>
</coreProperties>
</file>