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6b53540d114134" /><Relationship Type="http://schemas.openxmlformats.org/officeDocument/2006/relationships/extended-properties" Target="/docProps/app.xml" Id="R17b5d6a488eb4bc4" /><Relationship Type="http://schemas.openxmlformats.org/officeDocument/2006/relationships/officeDocument" Target="/ppt/presentation.xml" Id="R703e58ef01cd4d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211d0fae2c4202"/>
  </p:sldMasterIdLst>
  <p:notesMasterIdLst>
    <p:notesMasterId xmlns:r="http://schemas.openxmlformats.org/officeDocument/2006/relationships" r:id="R5734c7f676694db3"/>
  </p:notesMasterIdLst>
  <p:sldIdLst>
    <p:sldId xmlns:r="http://schemas.openxmlformats.org/officeDocument/2006/relationships" id="256" r:id="Red8f3ef849ec4b45"/>
    <p:sldId xmlns:r="http://schemas.openxmlformats.org/officeDocument/2006/relationships" id="257" r:id="R3288d73697c447eb"/>
    <p:sldId xmlns:r="http://schemas.openxmlformats.org/officeDocument/2006/relationships" id="258" r:id="R7c694a2a36174762"/>
    <p:sldId xmlns:r="http://schemas.openxmlformats.org/officeDocument/2006/relationships" id="259" r:id="R0dc1ddd6b98f485a"/>
    <p:sldId xmlns:r="http://schemas.openxmlformats.org/officeDocument/2006/relationships" id="260" r:id="Rbda0adba1e63403d"/>
    <p:sldId xmlns:r="http://schemas.openxmlformats.org/officeDocument/2006/relationships" id="261" r:id="R5bb0059083474941"/>
    <p:sldId xmlns:r="http://schemas.openxmlformats.org/officeDocument/2006/relationships" id="262" r:id="R810b08a1f21146d2"/>
    <p:sldId xmlns:r="http://schemas.openxmlformats.org/officeDocument/2006/relationships" id="263" r:id="Rabc81ef0865d4b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8786190fb04033" /><Relationship Type="http://schemas.openxmlformats.org/officeDocument/2006/relationships/slideMaster" Target="/ppt/slideMasters/slideMaster1.xml" Id="R33211d0fae2c4202" /><Relationship Type="http://schemas.openxmlformats.org/officeDocument/2006/relationships/notesMaster" Target="/ppt/notesMasters/notesMaster1.xml" Id="R5734c7f676694db3" /><Relationship Type="http://schemas.openxmlformats.org/officeDocument/2006/relationships/presProps" Target="/ppt/presProps.xml" Id="R04c635dc44324269" /><Relationship Type="http://schemas.openxmlformats.org/officeDocument/2006/relationships/tableStyles" Target="/ppt/tableStyles.xml" Id="R81bbd26ca90e47fc" /><Relationship Type="http://schemas.openxmlformats.org/officeDocument/2006/relationships/slide" Target="/ppt/slides/slide1.xml" Id="Red8f3ef849ec4b45" /><Relationship Type="http://schemas.openxmlformats.org/officeDocument/2006/relationships/slide" Target="/ppt/slides/slide2.xml" Id="R3288d73697c447eb" /><Relationship Type="http://schemas.openxmlformats.org/officeDocument/2006/relationships/slide" Target="/ppt/slides/slide3.xml" Id="R7c694a2a36174762" /><Relationship Type="http://schemas.openxmlformats.org/officeDocument/2006/relationships/slide" Target="/ppt/slides/slide4.xml" Id="R0dc1ddd6b98f485a" /><Relationship Type="http://schemas.openxmlformats.org/officeDocument/2006/relationships/slide" Target="/ppt/slides/slide5.xml" Id="Rbda0adba1e63403d" /><Relationship Type="http://schemas.openxmlformats.org/officeDocument/2006/relationships/slide" Target="/ppt/slides/slide6.xml" Id="R5bb0059083474941" /><Relationship Type="http://schemas.openxmlformats.org/officeDocument/2006/relationships/slide" Target="/ppt/slides/slide7.xml" Id="R810b08a1f21146d2" /><Relationship Type="http://schemas.openxmlformats.org/officeDocument/2006/relationships/slide" Target="/ppt/slides/slide8.xml" Id="Rabc81ef0865d4b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ba02eaa15a40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2311c913d44fa8" /><Relationship Type="http://schemas.openxmlformats.org/officeDocument/2006/relationships/notesMaster" Target="/ppt/notesMasters/notesMaster1.xml" Id="R5e7afa3d918248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0cd364bde44fa1" /><Relationship Type="http://schemas.openxmlformats.org/officeDocument/2006/relationships/notesMaster" Target="/ppt/notesMasters/notesMaster1.xml" Id="Rb243feacfc8c46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fe3f453d4e42f0" /><Relationship Type="http://schemas.openxmlformats.org/officeDocument/2006/relationships/notesMaster" Target="/ppt/notesMasters/notesMaster1.xml" Id="R2838afe83d9744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f7199b4f6a4361" /><Relationship Type="http://schemas.openxmlformats.org/officeDocument/2006/relationships/notesMaster" Target="/ppt/notesMasters/notesMaster1.xml" Id="R5cdf5bf3744d41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ef59193ce140b2" /><Relationship Type="http://schemas.openxmlformats.org/officeDocument/2006/relationships/notesMaster" Target="/ppt/notesMasters/notesMaster1.xml" Id="Rb96049f1fa6f48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be6095a4474430" /><Relationship Type="http://schemas.openxmlformats.org/officeDocument/2006/relationships/notesMaster" Target="/ppt/notesMasters/notesMaster1.xml" Id="Ra58ffcdef6bd40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f7cd4e1cf14f49" /><Relationship Type="http://schemas.openxmlformats.org/officeDocument/2006/relationships/notesMaster" Target="/ppt/notesMasters/notesMaster1.xml" Id="R6c462e03c3ca4d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92509d063d4eca" /><Relationship Type="http://schemas.openxmlformats.org/officeDocument/2006/relationships/notesMaster" Target="/ppt/notesMasters/notesMaster1.xml" Id="Rceab96b838ed49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0:00–0:15. Централизованный конструктор реалистичных ловушек. Показываем полный цикл наблюдения и реакции.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0:15–0:35. Настраиваем сервис, баннер, файлы, фиктивные аккаунты и запись. Публикация неизменяема, новый запуск требует явного redeploy. Скриншот конструктора: 53-editor-wide-final.png. Preview подписан локальным и не выдаётся за настоящую атаку.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0:35–1:00. Это редактируемая архитектурная схема, а не рисунок. Доверенный сенсор работает вне приманки. Docker socket и управляющие секреты остаются снаружи. Доказательство: masking.json. Management namespace — логическое разделение в лаборатории, не физический OOB.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1:00–1:35. Показать реальную SSH-сессию на выделенной лабораторной VM, затем живой плеер. Cowrie shell — эмуляция, не High. Скриншот 31-player-output-final.png, реакция подтверждается session-termination.json.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1:35–1:55. SFTP принят реально, файл совпадает по SHA-256. PCAP содержит сетевые bytes, чувствительные structured observations зашифрованы до stdout. Скриншот 37-real-artifacts.png. foundation.json, binary-evidence.json, test_evidence.py.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1:55–2:15. TLS проверяет цепочку и hostname. Неправильный сертификат отклонён. Внутренние agent/docs маршруты недоступны извне. Новый исходящий трафик ловушек заблокирован внешними правилами. Proof: foundation.json / masking.json / certificates.json / client-tls.json. Standard Caddy TLS directives: https://caddyserver.com/docs/caddyfile/directives/tls. Нейтральная служба не гарантирует абсолютную нераспознаваемость.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2:15–2:40. Показывать только завершённые proof JSON. sustained load измеряется отдельно, незавершённый или failed run не считается достижением. Browser measurement: DOM/layout viewport, не физическая отрисовка. Sampling and unseen_paths сохраняются явно; p95 относится к показанным строкам, не к гарантии отображения всей истории.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2:40–3:00. Cowrie поставляет SSH/SFTP и shell. Наша работа — собственные Low/HTTP сенсоры, immutable versions, remote orchestration, scoped evidence/crypto, durable delivery, реакции и UI. Нейросетей в продукте нет. High требует отдельного KVM-хоста. Личность по IP и облачный SLA не заявляем. Сторонние компоненты: docs/THIRD_PARTY.json.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bc6a9ec7c64b3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97529481cf4c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131395efca4e2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217bded146459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c41ed846fb4d4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f7800eb32b47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CF1939-83AA-4AA5-8A63-867646CF6D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94B129A-F705-4864-B70A-399F1DC392C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B269D2E-0994-4326-B176-C10DEB4F8C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694B2E-51C8-428E-BD28-7D1D9B9C0B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9D913A9-BA4A-495D-8BBC-94A6C9C650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0875DBC-C657-4D9E-A48A-C6C7CA2F97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44CA12-6FF8-40A5-AD88-2B8ADD4E4C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DC86DED-A062-46CD-AD08-EBB289E3E99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799B1C-71F6-44A9-87A6-2CB1F167C4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9A40F0-EE31-489D-832F-7D3AA278B7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afbb9750604d22" /><Relationship Type="http://schemas.openxmlformats.org/officeDocument/2006/relationships/slideLayout" Target="/ppt/slideLayouts/slideLayout1.xml" Id="R1f76ffd94a254c7a" /><Relationship Type="http://schemas.openxmlformats.org/officeDocument/2006/relationships/slideLayout" Target="/ppt/slideLayouts/slideLayout2.xml" Id="R1a433fbcc951453a" /><Relationship Type="http://schemas.openxmlformats.org/officeDocument/2006/relationships/slideLayout" Target="/ppt/slideLayouts/slideLayout3.xml" Id="Ra5757ff399bb414b" /><Relationship Type="http://schemas.openxmlformats.org/officeDocument/2006/relationships/slideLayout" Target="/ppt/slideLayouts/slideLayout4.xml" Id="R65413d6c40744f83" /><Relationship Type="http://schemas.openxmlformats.org/officeDocument/2006/relationships/slideLayout" Target="/ppt/slideLayouts/slideLayout5.xml" Id="Re0fa8bbe25cd42fe" /><Relationship Type="http://schemas.openxmlformats.org/officeDocument/2006/relationships/slideLayout" Target="/ppt/slideLayouts/slideLayout6.xml" Id="R4fc8e97bb6f249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76ffd94a254c7a"/>
    <p:sldLayoutId xmlns:r="http://schemas.openxmlformats.org/officeDocument/2006/relationships" id="2147483650" r:id="R1a433fbcc951453a"/>
    <p:sldLayoutId xmlns:r="http://schemas.openxmlformats.org/officeDocument/2006/relationships" id="2147483651" r:id="Ra5757ff399bb414b"/>
    <p:sldLayoutId xmlns:r="http://schemas.openxmlformats.org/officeDocument/2006/relationships" id="2147483652" r:id="R65413d6c40744f83"/>
    <p:sldLayoutId xmlns:r="http://schemas.openxmlformats.org/officeDocument/2006/relationships" id="2147483653" r:id="Re0fa8bbe25cd42fe"/>
    <p:sldLayoutId xmlns:r="http://schemas.openxmlformats.org/officeDocument/2006/relationships" id="2147483654" r:id="R4fc8e97bb6f249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25f0ef410e4b2a" /><Relationship Type="http://schemas.openxmlformats.org/officeDocument/2006/relationships/notesSlide" Target="/ppt/notesSlides/notesSlide1.xml" Id="R678d82517b0a4b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ca0f6f50bc41ea" /><Relationship Type="http://schemas.openxmlformats.org/officeDocument/2006/relationships/image" Target="/ppt/media/image.png" Id="Rdadb1e2b5da240c9" /><Relationship Type="http://schemas.openxmlformats.org/officeDocument/2006/relationships/notesSlide" Target="/ppt/notesSlides/notesSlide2.xml" Id="Rad8c427e4bb941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eabfb75e384d6b" /><Relationship Type="http://schemas.openxmlformats.org/officeDocument/2006/relationships/notesSlide" Target="/ppt/notesSlides/notesSlide3.xml" Id="R69c151cff88543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a0154dc60145fe" /><Relationship Type="http://schemas.openxmlformats.org/officeDocument/2006/relationships/image" Target="/ppt/media/image.jpeg" Id="Re1a9793028854384" /><Relationship Type="http://schemas.openxmlformats.org/officeDocument/2006/relationships/notesSlide" Target="/ppt/notesSlides/notesSlide4.xml" Id="Ra11bce3629494c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16f0e2de824483" /><Relationship Type="http://schemas.openxmlformats.org/officeDocument/2006/relationships/image" Target="/ppt/media/image2.jpeg" Id="Ra3ac718d9f924b7c" /><Relationship Type="http://schemas.openxmlformats.org/officeDocument/2006/relationships/notesSlide" Target="/ppt/notesSlides/notesSlide5.xml" Id="Rb6ff3b358c3242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64c171e0604ada" /><Relationship Type="http://schemas.openxmlformats.org/officeDocument/2006/relationships/notesSlide" Target="/ppt/notesSlides/notesSlide6.xml" Id="R213dde87f8a94d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00f48def2e4ef0" /><Relationship Type="http://schemas.openxmlformats.org/officeDocument/2006/relationships/notesSlide" Target="/ppt/notesSlides/notesSlide7.xml" Id="R24dac7daa81041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51a7f015914ed2" /><Relationship Type="http://schemas.openxmlformats.org/officeDocument/2006/relationships/notesSlide" Target="/ppt/notesSlides/notesSlide8.xml" Id="R9d2ec4cd4a7a41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5F2F4-6984-4370-9044-4CA9DA4A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HoneyForge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AD886-89E9-45AF-B822-FBDCE078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Ловушки, которые оставляют</a:t>
            </a:r>
          </a:p>
          <a:p xmlns:a="http://schemas.openxmlformats.org/drawingml/2006/main">
            <a:pPr>
              <a:defRPr sz="46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проверяемые доказательства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E36BD-2B3E-4F36-B3F7-B42F55AF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rPr>
              <a:t>Low и Medium. Удалённые сенсоры. Живое расследование.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432EB-C5AB-41F1-A8C3-F52A60BD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Мадригал · демонстрация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17641701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5A5D5D-8634-4CA3-BCC6-B3CE9AED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Одна версия управляет всей приманкой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10DD7-B258-492A-B8FA-9E8561CB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Профиль v2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45609-7DD5-4E22-9B59-7FFA7080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3524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TCP banner Low</a:t>
            </a:r>
          </a:p>
          <a:p xmlns:a="http://schemas.openxmlformats.org/drawingml/2006/main">
            <a: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HTTP и SSH Medium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История версий и hash</a:t>
            </a:r>
          </a:p>
          <a:p xmlns:a="http://schemas.openxmlformats.org/drawingml/2006/main">
            <a: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Явное переразвёртывание</a:t>
            </a:r>
          </a:p>
          <a:p xmlns:a="http://schemas.openxmlformats.org/drawingml/2006/main">
            <a: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Архив сохраняет историю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B137E-99B4-4B68-BF07-40ACC5FC05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db1e2b5da240c9"/>
          <a:stretch xmlns:a="http://schemas.openxmlformats.org/drawingml/2006/main"/>
        </p:blipFill>
        <p:spPr>
          <a:xfrm xmlns:a="http://schemas.openxmlformats.org/drawingml/2006/main">
            <a:off x="4797425" y="1714500"/>
            <a:ext cx="65024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9685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2CBC85-B48F-4AD0-A450-8BEC43A2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Три контура доверия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9A0AD-BA01-4C5D-A414-578A0BCB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Приманка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4753D-E392-41E5-94BD-5B912B15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TCP / HTTP / Cowrie</a:t>
            </a:r>
          </a:p>
          <a:p xmlns:a="http://schemas.openxmlformats.org/drawingml/2006/main">
            <a: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Публичный ключ</a:t>
            </a:r>
          </a:p>
          <a:p xmlns:a="http://schemas.openxmlformats.org/drawingml/2006/main">
            <a: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Фиктивные учётки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23D64-8B97-4AB4-B5A5-CCBE77F4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5262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Сенсор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DD220-8B13-412D-B8C4-7FF623B4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6225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asset-sync / systemd</a:t>
            </a:r>
          </a:p>
          <a:p xmlns:a="http://schemas.openxmlformats.org/drawingml/2006/main">
            <a: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Приватный outbox</a:t>
            </a:r>
          </a:p>
          <a:p xmlns:a="http://schemas.openxmlformats.org/drawingml/2006/main">
            <a: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Docker и firewall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7F816-05AF-4C10-A4D8-C920F72C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5262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Центр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587D2-6A62-4963-B11D-464C2828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Gateway / FastAPI</a:t>
            </a:r>
          </a:p>
          <a:p xmlns:a="http://schemas.openxmlformats.org/drawingml/2006/main">
            <a: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PostgreSQL и evidence</a:t>
            </a:r>
          </a:p>
          <a:p xmlns:a="http://schemas.openxmlformats.org/drawingml/2006/main">
            <a: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Приватный RSA ключ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D1509-AA9D-45C2-8917-D23ADBF6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38500"/>
            <a:ext cx="3333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C4D50-F49F-495E-AACE-B746CA61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38500"/>
            <a:ext cx="3333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8154E-27AD-4096-B398-975B54EB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05375"/>
            <a:ext cx="309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rPr>
              <a:t>Журналы и bytes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58EA8-AB82-48A1-9192-644FD486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905375"/>
            <a:ext cx="309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rPr>
              <a:t>HTTPS / mTLS / client 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26FBDD-FEDB-4416-A6E0-9C9EA98B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05375"/>
            <a:ext cx="309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rPr>
              <a:t>SSE в интерфейс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DD7592-8589-4A66-A034-02578C07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Агент получает задания и отправляет наблюдения через /assets/sync/v1.</a:t>
            </a:r>
          </a:p>
        </p:txBody>
      </p:sp>
    </p:spTree>
    <p:extLst>
      <p:ext uri="{BB962C8B-B14F-4D97-AF65-F5344CB8AC3E}">
        <p14:creationId xmlns:p14="http://schemas.microsoft.com/office/powerpoint/2010/main" val="16567412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F6E55-1897-438F-A0E4-987255BE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Атака видна по мере ввода команд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11E65-D6A2-40F8-B566-1D7245EF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Живой плеер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2B02A-107F-45A7-8C36-A8CC3376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524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Команды и вывод</a:t>
            </a:r>
          </a:p>
          <a:p xmlns:a="http://schemas.openxmlformats.org/drawingml/2006/main">
            <a: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Источник и время</a:t>
            </a:r>
          </a:p>
          <a:p xmlns:a="http://schemas.openxmlformats.org/drawingml/2006/main">
            <a: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Сессия и generation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История при reconnect</a:t>
            </a:r>
          </a:p>
          <a:p xmlns:a="http://schemas.openxmlformats.org/drawingml/2006/main">
            <a: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Реакция после ACK агента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CD236-9E19-40C2-9BE5-573BBC20BE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a9793028854384"/>
          <a:stretch xmlns:a="http://schemas.openxmlformats.org/drawingml/2006/main"/>
        </p:blipFill>
        <p:spPr>
          <a:xfrm xmlns:a="http://schemas.openxmlformats.org/drawingml/2006/main">
            <a:off x="4572000" y="2044898"/>
            <a:ext cx="6953250" cy="391120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8394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92885C-E4F7-4282-9F54-D3C395F0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Доказательство сохраняет происхождение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BFC83-B188-4D41-917B-50EBC990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Файл, событие, сессия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F47B5-78C6-4F69-9253-9FFA6AC3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3524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SHA-256 и размер</a:t>
            </a:r>
          </a:p>
          <a:p xmlns:a="http://schemas.openxmlformats.org/drawingml/2006/main">
            <a: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Возобновляемая доставка</a:t>
            </a:r>
          </a:p>
          <a:p xmlns:a="http://schemas.openxmlformats.org/drawingml/2006/main">
            <a: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Отдельный доступ и аудит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Закрепление за делом</a:t>
            </a:r>
          </a:p>
          <a:p xmlns:a="http://schemas.openxmlformats.org/drawingml/2006/main">
            <a: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Управляемый retention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A39FB-D3AC-4DB1-BC21-15C4983F05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ac718d9f924b7c"/>
          <a:stretch xmlns:a="http://schemas.openxmlformats.org/drawingml/2006/main"/>
        </p:blipFill>
        <p:spPr>
          <a:xfrm xmlns:a="http://schemas.openxmlformats.org/drawingml/2006/main">
            <a:off x="4572000" y="2044898"/>
            <a:ext cx="6953250" cy="391120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060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DFD59-9DAA-4F13-B5AF-C1BAED3A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Управляющий канал скрыт от приманки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F5978-8FD9-4979-82C1-FD1E1B3F574E}"/>
              </a:ext>
            </a:extLst>
          </p:cNvPr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4619625"/>
                <a:gridCol w="440055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Контроль</a:t>
                      </a:r>
                    </a:p>
                  </a:txBody>
                  <a:tcPr marL="91440" marR="91440" marT="45720" marB="45720">
                    <a:solidFill>
                      <a:srgbClr val="2932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Реализация</a:t>
                      </a:r>
                    </a:p>
                  </a:txBody>
                  <a:tcPr marL="91440" marR="91440" marT="45720" marB="45720">
                    <a:solidFill>
                      <a:srgbClr val="2932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Проверка</a:t>
                      </a:r>
                    </a:p>
                  </a:txBody>
                  <a:tcPr marL="91440" marR="91440" marT="45720" marB="45720">
                    <a:solidFill>
                      <a:srgbClr val="29324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Канал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HTTPS, CA и имя сервера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Неверный CA отклоняется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Маршрут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/assets/sync/v1, static root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/agent и docs закрыты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Сеть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Management route вне контейнеров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Host / neighbor / Internet запрещены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Секреты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AES-GCM и RSA-OAEP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Нет пароля в outbox и stdout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Сенсоры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Индивидуальная mTLS identity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Ротация + реальные 300 секунд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79208-1880-460F-AE67-6F315E67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rPr>
              <a:t>Privileged sensor host входит в доверенную среду. Root-захват гипервизора вне модели.</a:t>
            </a:r>
          </a:p>
        </p:txBody>
      </p:sp>
    </p:spTree>
    <p:extLst>
      <p:ext uri="{BB962C8B-B14F-4D97-AF65-F5344CB8AC3E}">
        <p14:creationId xmlns:p14="http://schemas.microsoft.com/office/powerpoint/2010/main" val="5726449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3CE20-A18C-4259-A0DC-042237A3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Проверки можно повторить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017A6-3658-4BE6-8B21-1C942C18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2 сенсора / 10 ловушек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433D4-719D-4FCE-9963-BFDBC5FB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1066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60 секунд потери связи и восстановление очереди</a:t>
            </a:r>
          </a:p>
          <a:p xmlns:a="http://schemas.openxmlformats.org/drawingml/2006/main">
            <a:pPr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Реальный SFTP и совпадающий hash</a:t>
            </a:r>
          </a:p>
          <a:p xmlns:a="http://schemas.openxmlformats.org/drawingml/2006/main">
            <a:pPr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Независимый restore БД, файлов и ключей</a:t>
            </a:r>
          </a:p>
          <a:p xmlns:a="http://schemas.openxmlformats.org/drawingml/2006/main">
            <a:pPr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Четыре роли и 390 / 1280 px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F5BFB-73C9-4933-896F-1A23C90C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rPr>
              <a:t>9000 HTTP-запросов за 900 секунд. 8 SSH-сессий сохраняются.</a:t>
            </a:r>
          </a:p>
          <a:p xmlns:a="http://schemas.openxmlformats.org/drawingml/2006/main">
            <a:pPr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rPr>
              <a:t>p95 видимой строки: 1.401 с / 8078 замеров.</a:t>
            </a:r>
          </a:p>
        </p:txBody>
      </p:sp>
    </p:spTree>
    <p:extLst>
      <p:ext uri="{BB962C8B-B14F-4D97-AF65-F5344CB8AC3E}">
        <p14:creationId xmlns:p14="http://schemas.microsoft.com/office/powerpoint/2010/main" val="4763080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B9870-106F-45E7-8786-E387D82B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Собственная инженерная работа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05B95-9CFD-4F96-AE61-59AF01FD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9347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Собственные TCP и HTTP сенсоры</a:t>
            </a:r>
          </a:p>
          <a:p xmlns:a="http://schemas.openxmlformats.org/drawingml/2006/main">
            <a:pPr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Версии, задания, reconcile и durable outbox</a:t>
            </a:r>
          </a:p>
          <a:p xmlns:a="http://schemas.openxmlformats.org/drawingml/2006/main">
            <a:pPr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Scope доказательств, шифрование и retention</a:t>
            </a:r>
          </a:p>
          <a:p xmlns:a="http://schemas.openxmlformats.org/drawingml/2006/main">
            <a:pPr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Плеер, расследования и подтверждённая реакция</a:t>
            </a:r>
          </a:p>
          <a:p xmlns:a="http://schemas.openxmlformats.org/drawingml/2006/main">
            <a:pPr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Honeytokens, STIX и индивидуальная mTLS-ротация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39FBA-ADED-46B6-A130-35E6CD55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Работает без нейросетей и платных API.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B195A-F4B8-4FA0-8165-C59BB5F6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rPr>
              <a:t>High: отдельный KVM-хост. Внешний SLA: отдельное испытание на целевой инфраструктуре.</a:t>
            </a:r>
          </a:p>
        </p:txBody>
      </p:sp>
    </p:spTree>
    <p:extLst>
      <p:ext uri="{BB962C8B-B14F-4D97-AF65-F5344CB8AC3E}">
        <p14:creationId xmlns:p14="http://schemas.microsoft.com/office/powerpoint/2010/main" val="8508198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2026-10-10T19:52:09.9220000Z</dcterms:created>
  <dcterms:modified xsi:type="dcterms:W3CDTF">2026-10-10T19:52:09.9220000Z</dcterms:modified>
</coreProperties>
</file>